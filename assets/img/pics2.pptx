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9" d="100"/>
          <a:sy n="89" d="100"/>
        </p:scale>
        <p:origin x="52" y="3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21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193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64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63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57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72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96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04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165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62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003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12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2024"/>
            <a:ext cx="12192000" cy="3813173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4876800" y="2667000"/>
            <a:ext cx="3143250" cy="1390650"/>
          </a:xfrm>
          <a:custGeom>
            <a:avLst/>
            <a:gdLst>
              <a:gd name="connsiteX0" fmla="*/ 5295900 w 6149009"/>
              <a:gd name="connsiteY0" fmla="*/ 0 h 1647825"/>
              <a:gd name="connsiteX1" fmla="*/ 5924550 w 6149009"/>
              <a:gd name="connsiteY1" fmla="*/ 657225 h 1647825"/>
              <a:gd name="connsiteX2" fmla="*/ 1933575 w 6149009"/>
              <a:gd name="connsiteY2" fmla="*/ 666750 h 1647825"/>
              <a:gd name="connsiteX3" fmla="*/ 0 w 6149009"/>
              <a:gd name="connsiteY3" fmla="*/ 1647825 h 1647825"/>
              <a:gd name="connsiteX0" fmla="*/ 5295900 w 6080272"/>
              <a:gd name="connsiteY0" fmla="*/ 0 h 1827984"/>
              <a:gd name="connsiteX1" fmla="*/ 5924550 w 6080272"/>
              <a:gd name="connsiteY1" fmla="*/ 657225 h 1827984"/>
              <a:gd name="connsiteX2" fmla="*/ 2883616 w 6080272"/>
              <a:gd name="connsiteY2" fmla="*/ 1803182 h 1827984"/>
              <a:gd name="connsiteX3" fmla="*/ 0 w 6080272"/>
              <a:gd name="connsiteY3" fmla="*/ 1647825 h 1827984"/>
              <a:gd name="connsiteX0" fmla="*/ 5295900 w 5950290"/>
              <a:gd name="connsiteY0" fmla="*/ 0 h 1647825"/>
              <a:gd name="connsiteX1" fmla="*/ 5924550 w 5950290"/>
              <a:gd name="connsiteY1" fmla="*/ 657225 h 1647825"/>
              <a:gd name="connsiteX2" fmla="*/ 4765771 w 5950290"/>
              <a:gd name="connsiteY2" fmla="*/ 1433842 h 1647825"/>
              <a:gd name="connsiteX3" fmla="*/ 0 w 5950290"/>
              <a:gd name="connsiteY3" fmla="*/ 1647825 h 1647825"/>
              <a:gd name="connsiteX0" fmla="*/ 5295900 w 5918130"/>
              <a:gd name="connsiteY0" fmla="*/ 0 h 1647825"/>
              <a:gd name="connsiteX1" fmla="*/ 5888700 w 5918130"/>
              <a:gd name="connsiteY1" fmla="*/ 770868 h 1647825"/>
              <a:gd name="connsiteX2" fmla="*/ 4765771 w 5918130"/>
              <a:gd name="connsiteY2" fmla="*/ 1433842 h 1647825"/>
              <a:gd name="connsiteX3" fmla="*/ 0 w 5918130"/>
              <a:gd name="connsiteY3" fmla="*/ 1647825 h 1647825"/>
              <a:gd name="connsiteX0" fmla="*/ 5295900 w 5961068"/>
              <a:gd name="connsiteY0" fmla="*/ 0 h 1647825"/>
              <a:gd name="connsiteX1" fmla="*/ 5888700 w 5961068"/>
              <a:gd name="connsiteY1" fmla="*/ 770868 h 1647825"/>
              <a:gd name="connsiteX2" fmla="*/ 4138386 w 5961068"/>
              <a:gd name="connsiteY2" fmla="*/ 1291788 h 1647825"/>
              <a:gd name="connsiteX3" fmla="*/ 0 w 5961068"/>
              <a:gd name="connsiteY3" fmla="*/ 1647825 h 1647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1068" h="1647825">
                <a:moveTo>
                  <a:pt x="5295900" y="0"/>
                </a:moveTo>
                <a:cubicBezTo>
                  <a:pt x="5890418" y="273050"/>
                  <a:pt x="6081619" y="555570"/>
                  <a:pt x="5888700" y="770868"/>
                </a:cubicBezTo>
                <a:cubicBezTo>
                  <a:pt x="5695781" y="986166"/>
                  <a:pt x="5125811" y="1126688"/>
                  <a:pt x="4138386" y="1291788"/>
                </a:cubicBezTo>
                <a:cubicBezTo>
                  <a:pt x="3150961" y="1456888"/>
                  <a:pt x="473075" y="1239837"/>
                  <a:pt x="0" y="1647825"/>
                </a:cubicBezTo>
              </a:path>
            </a:pathLst>
          </a:custGeom>
          <a:noFill/>
          <a:ln w="127000"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4475443" y="962024"/>
            <a:ext cx="20357" cy="2076451"/>
          </a:xfrm>
          <a:prstGeom prst="straightConnector1">
            <a:avLst/>
          </a:prstGeom>
          <a:ln w="1270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6541"/>
            <a:ext cx="1898576" cy="18849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64"/>
          <a:stretch/>
        </p:blipFill>
        <p:spPr>
          <a:xfrm>
            <a:off x="9897040" y="2747849"/>
            <a:ext cx="2294960" cy="17479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B5B6D1-2684-F2F1-E4D0-52EB463770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321" y="962023"/>
            <a:ext cx="5719760" cy="381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672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BFB710-6808-0B6D-B23E-14F724428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red shapes&#10;&#10;Description automatically generated">
            <a:extLst>
              <a:ext uri="{FF2B5EF4-FFF2-40B4-BE49-F238E27FC236}">
                <a16:creationId xmlns:a16="http://schemas.microsoft.com/office/drawing/2014/main" id="{D7F3777E-792B-4FAA-9633-7D70D32804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586" y="940094"/>
            <a:ext cx="6780442" cy="3813999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75AF7EF-7B73-0E71-6431-B2BB7C297E78}"/>
              </a:ext>
            </a:extLst>
          </p:cNvPr>
          <p:cNvCxnSpPr>
            <a:cxnSpLocks/>
          </p:cNvCxnSpPr>
          <p:nvPr/>
        </p:nvCxnSpPr>
        <p:spPr>
          <a:xfrm flipV="1">
            <a:off x="7519589" y="1725078"/>
            <a:ext cx="0" cy="1747098"/>
          </a:xfrm>
          <a:prstGeom prst="straightConnector1">
            <a:avLst/>
          </a:prstGeom>
          <a:ln w="1270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FFC000"/>
                </a:gs>
              </a:gsLst>
              <a:lin ang="5400000" scaled="1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2BFFD2B-01DE-6E02-4DDE-ACEE1BBE22E6}"/>
                  </a:ext>
                </a:extLst>
              </p:cNvPr>
              <p:cNvSpPr txBox="1"/>
              <p:nvPr/>
            </p:nvSpPr>
            <p:spPr>
              <a:xfrm>
                <a:off x="7634823" y="2442043"/>
                <a:ext cx="83227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𝝂</m:t>
                      </m:r>
                    </m:oMath>
                  </m:oMathPara>
                </a14:m>
                <a:endParaRPr lang="en-US" sz="36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2BFFD2B-01DE-6E02-4DDE-ACEE1BBE2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4823" y="2442043"/>
                <a:ext cx="832279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02EF85E-78E0-D77D-E663-31D347B02556}"/>
              </a:ext>
            </a:extLst>
          </p:cNvPr>
          <p:cNvSpPr/>
          <p:nvPr/>
        </p:nvSpPr>
        <p:spPr>
          <a:xfrm>
            <a:off x="4047392" y="3698439"/>
            <a:ext cx="2326921" cy="1060268"/>
          </a:xfrm>
          <a:custGeom>
            <a:avLst/>
            <a:gdLst>
              <a:gd name="connsiteX0" fmla="*/ 1235869 w 2326921"/>
              <a:gd name="connsiteY0" fmla="*/ 0 h 2257425"/>
              <a:gd name="connsiteX1" fmla="*/ 1578769 w 2326921"/>
              <a:gd name="connsiteY1" fmla="*/ 600075 h 2257425"/>
              <a:gd name="connsiteX2" fmla="*/ 2314575 w 2326921"/>
              <a:gd name="connsiteY2" fmla="*/ 1078706 h 2257425"/>
              <a:gd name="connsiteX3" fmla="*/ 1950244 w 2326921"/>
              <a:gd name="connsiteY3" fmla="*/ 1493043 h 2257425"/>
              <a:gd name="connsiteX4" fmla="*/ 828675 w 2326921"/>
              <a:gd name="connsiteY4" fmla="*/ 1771650 h 2257425"/>
              <a:gd name="connsiteX5" fmla="*/ 0 w 2326921"/>
              <a:gd name="connsiteY5" fmla="*/ 2257425 h 2257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26921" h="2257425">
                <a:moveTo>
                  <a:pt x="1235869" y="0"/>
                </a:moveTo>
                <a:cubicBezTo>
                  <a:pt x="1317427" y="210145"/>
                  <a:pt x="1398985" y="420291"/>
                  <a:pt x="1578769" y="600075"/>
                </a:cubicBezTo>
                <a:cubicBezTo>
                  <a:pt x="1758553" y="779859"/>
                  <a:pt x="2252663" y="929878"/>
                  <a:pt x="2314575" y="1078706"/>
                </a:cubicBezTo>
                <a:cubicBezTo>
                  <a:pt x="2376487" y="1227534"/>
                  <a:pt x="2197894" y="1377552"/>
                  <a:pt x="1950244" y="1493043"/>
                </a:cubicBezTo>
                <a:cubicBezTo>
                  <a:pt x="1702594" y="1608534"/>
                  <a:pt x="1153716" y="1644253"/>
                  <a:pt x="828675" y="1771650"/>
                </a:cubicBezTo>
                <a:cubicBezTo>
                  <a:pt x="503634" y="1899047"/>
                  <a:pt x="251817" y="2078236"/>
                  <a:pt x="0" y="2257425"/>
                </a:cubicBezTo>
              </a:path>
            </a:pathLst>
          </a:custGeom>
          <a:noFill/>
          <a:ln w="1016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FC7E593-E31C-55FA-9435-91FA776D0BB4}"/>
              </a:ext>
            </a:extLst>
          </p:cNvPr>
          <p:cNvCxnSpPr>
            <a:cxnSpLocks/>
          </p:cNvCxnSpPr>
          <p:nvPr/>
        </p:nvCxnSpPr>
        <p:spPr>
          <a:xfrm flipH="1">
            <a:off x="6786334" y="1792706"/>
            <a:ext cx="409953" cy="176915"/>
          </a:xfrm>
          <a:prstGeom prst="straightConnector1">
            <a:avLst/>
          </a:prstGeom>
          <a:ln w="1016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DEBDE49-5BCB-93CA-EF45-7C05B54D9032}"/>
              </a:ext>
            </a:extLst>
          </p:cNvPr>
          <p:cNvCxnSpPr>
            <a:cxnSpLocks/>
          </p:cNvCxnSpPr>
          <p:nvPr/>
        </p:nvCxnSpPr>
        <p:spPr>
          <a:xfrm flipH="1">
            <a:off x="4682330" y="2553303"/>
            <a:ext cx="583516" cy="865131"/>
          </a:xfrm>
          <a:prstGeom prst="straightConnector1">
            <a:avLst/>
          </a:prstGeom>
          <a:ln w="1016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2850F32-F97B-4137-379D-D541FA70F191}"/>
              </a:ext>
            </a:extLst>
          </p:cNvPr>
          <p:cNvCxnSpPr>
            <a:cxnSpLocks/>
            <a:stCxn id="22" idx="1"/>
          </p:cNvCxnSpPr>
          <p:nvPr/>
        </p:nvCxnSpPr>
        <p:spPr>
          <a:xfrm>
            <a:off x="5626161" y="3980282"/>
            <a:ext cx="573004" cy="163406"/>
          </a:xfrm>
          <a:prstGeom prst="straightConnector1">
            <a:avLst/>
          </a:prstGeom>
          <a:ln w="1016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39C7C14-41C5-FD86-1D67-D56C7A5DF855}"/>
              </a:ext>
            </a:extLst>
          </p:cNvPr>
          <p:cNvCxnSpPr>
            <a:cxnSpLocks/>
          </p:cNvCxnSpPr>
          <p:nvPr/>
        </p:nvCxnSpPr>
        <p:spPr>
          <a:xfrm flipH="1">
            <a:off x="4038663" y="4580752"/>
            <a:ext cx="595719" cy="182564"/>
          </a:xfrm>
          <a:prstGeom prst="straightConnector1">
            <a:avLst/>
          </a:prstGeom>
          <a:ln w="1016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EEFB087-1974-184F-6D41-A16F68EBD52F}"/>
              </a:ext>
            </a:extLst>
          </p:cNvPr>
          <p:cNvCxnSpPr>
            <a:cxnSpLocks/>
          </p:cNvCxnSpPr>
          <p:nvPr/>
        </p:nvCxnSpPr>
        <p:spPr>
          <a:xfrm flipH="1">
            <a:off x="4047392" y="3707662"/>
            <a:ext cx="341062" cy="647710"/>
          </a:xfrm>
          <a:prstGeom prst="straightConnector1">
            <a:avLst/>
          </a:prstGeom>
          <a:ln w="1016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D412CED-3565-03B0-2CC1-2E900A1CD82F}"/>
              </a:ext>
            </a:extLst>
          </p:cNvPr>
          <p:cNvCxnSpPr>
            <a:cxnSpLocks/>
          </p:cNvCxnSpPr>
          <p:nvPr/>
        </p:nvCxnSpPr>
        <p:spPr>
          <a:xfrm flipH="1">
            <a:off x="5580918" y="2064766"/>
            <a:ext cx="461443" cy="257993"/>
          </a:xfrm>
          <a:prstGeom prst="straightConnector1">
            <a:avLst/>
          </a:prstGeom>
          <a:ln w="1016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7765FEDB-A92B-311B-D488-9FF5BF5DDC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97" t="25163" r="2215" b="33883"/>
          <a:stretch>
            <a:fillRect/>
          </a:stretch>
        </p:blipFill>
        <p:spPr>
          <a:xfrm>
            <a:off x="34246" y="3040171"/>
            <a:ext cx="2848163" cy="180895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AC2E5DE-3787-4EAB-2DD5-47696126DF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95" t="25163" r="53117" b="33883"/>
          <a:stretch>
            <a:fillRect/>
          </a:stretch>
        </p:blipFill>
        <p:spPr>
          <a:xfrm>
            <a:off x="9194693" y="935011"/>
            <a:ext cx="2841096" cy="206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37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>University at Buffalo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Alexey-user</dc:creator>
  <cp:lastModifiedBy>Alexey Akimov</cp:lastModifiedBy>
  <cp:revision>9</cp:revision>
  <dcterms:created xsi:type="dcterms:W3CDTF">2020-03-03T19:52:33Z</dcterms:created>
  <dcterms:modified xsi:type="dcterms:W3CDTF">2026-03-02T02:24:49Z</dcterms:modified>
</cp:coreProperties>
</file>