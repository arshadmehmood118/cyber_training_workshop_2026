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4" y="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2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9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4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3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5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7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6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0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65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6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0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56A92-6B81-42FA-9FD3-B13034B3C04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848CF-2990-4E1B-97C5-79C726C7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1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FB710-6808-0B6D-B23E-14F724428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5239AD-1AB6-C4D7-AB8F-2786393E0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2413"/>
            <a:ext cx="12192000" cy="38131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F6FC0E-8188-F9C9-7048-CBF81F3E2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8" y="3285777"/>
            <a:ext cx="1898576" cy="1884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6546E-EA9C-728B-E4A8-18059C04F07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4"/>
          <a:stretch/>
        </p:blipFill>
        <p:spPr>
          <a:xfrm>
            <a:off x="84578" y="1604860"/>
            <a:ext cx="2294960" cy="17479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54C78B-073E-7119-819D-CE3AA82F28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116" y="1522413"/>
            <a:ext cx="5719760" cy="381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37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Alexey-user</dc:creator>
  <cp:lastModifiedBy>Alexey Akimov</cp:lastModifiedBy>
  <cp:revision>19</cp:revision>
  <dcterms:created xsi:type="dcterms:W3CDTF">2020-03-03T19:52:33Z</dcterms:created>
  <dcterms:modified xsi:type="dcterms:W3CDTF">2026-03-02T04:58:27Z</dcterms:modified>
</cp:coreProperties>
</file>